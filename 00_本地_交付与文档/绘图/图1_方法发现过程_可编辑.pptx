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0799763" cy="593407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49971" y="971156"/>
            <a:ext cx="8099822" cy="2065937"/>
          </a:xfrm>
        </p:spPr>
        <p:txBody>
          <a:bodyPr anchor="b"/>
          <a:lstStyle>
            <a:lvl1pPr algn="ctr">
              <a:defRPr sz="4599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49971" y="3116763"/>
            <a:ext cx="8099822" cy="1432694"/>
          </a:xfrm>
        </p:spPr>
        <p:txBody>
          <a:bodyPr/>
          <a:lstStyle>
            <a:lvl1pPr marL="0" indent="0" algn="ctr">
              <a:buNone/>
              <a:defRPr sz="1840"/>
            </a:lvl1pPr>
            <a:lvl2pPr marL="350436" indent="0" algn="ctr">
              <a:buNone/>
              <a:defRPr sz="1533"/>
            </a:lvl2pPr>
            <a:lvl3pPr marL="700872" indent="0" algn="ctr">
              <a:buNone/>
              <a:defRPr sz="1379"/>
            </a:lvl3pPr>
            <a:lvl4pPr marL="1051307" indent="0" algn="ctr">
              <a:buNone/>
              <a:defRPr sz="1226"/>
            </a:lvl4pPr>
            <a:lvl5pPr marL="1401744" indent="0" algn="ctr">
              <a:buNone/>
              <a:defRPr sz="1226"/>
            </a:lvl5pPr>
            <a:lvl6pPr marL="1752180" indent="0" algn="ctr">
              <a:buNone/>
              <a:defRPr sz="1226"/>
            </a:lvl6pPr>
            <a:lvl7pPr marL="2102616" indent="0" algn="ctr">
              <a:buNone/>
              <a:defRPr sz="1226"/>
            </a:lvl7pPr>
            <a:lvl8pPr marL="2453051" indent="0" algn="ctr">
              <a:buNone/>
              <a:defRPr sz="1226"/>
            </a:lvl8pPr>
            <a:lvl9pPr marL="2803487" indent="0" algn="ctr">
              <a:buNone/>
              <a:defRPr sz="1226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F01F2-605C-4DA4-912E-5F34B4F7923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F655F-73C4-4EC5-AAE5-2936611409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2252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F01F2-605C-4DA4-912E-5F34B4F7923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F655F-73C4-4EC5-AAE5-2936611409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359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859" y="1479400"/>
            <a:ext cx="9314796" cy="2468410"/>
          </a:xfrm>
        </p:spPr>
        <p:txBody>
          <a:bodyPr anchor="b"/>
          <a:lstStyle>
            <a:lvl1pPr>
              <a:defRPr sz="4599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6859" y="3971162"/>
            <a:ext cx="9314796" cy="1298078"/>
          </a:xfrm>
        </p:spPr>
        <p:txBody>
          <a:bodyPr/>
          <a:lstStyle>
            <a:lvl1pPr marL="0" indent="0">
              <a:buNone/>
              <a:defRPr sz="1840">
                <a:solidFill>
                  <a:schemeClr val="tx1">
                    <a:tint val="75000"/>
                  </a:schemeClr>
                </a:solidFill>
              </a:defRPr>
            </a:lvl1pPr>
            <a:lvl2pPr marL="350436" indent="0">
              <a:buNone/>
              <a:defRPr sz="1533">
                <a:solidFill>
                  <a:schemeClr val="tx1">
                    <a:tint val="75000"/>
                  </a:schemeClr>
                </a:solidFill>
              </a:defRPr>
            </a:lvl2pPr>
            <a:lvl3pPr marL="700872" indent="0">
              <a:buNone/>
              <a:defRPr sz="1379">
                <a:solidFill>
                  <a:schemeClr val="tx1">
                    <a:tint val="75000"/>
                  </a:schemeClr>
                </a:solidFill>
              </a:defRPr>
            </a:lvl3pPr>
            <a:lvl4pPr marL="1051307" indent="0">
              <a:buNone/>
              <a:defRPr sz="1226">
                <a:solidFill>
                  <a:schemeClr val="tx1">
                    <a:tint val="75000"/>
                  </a:schemeClr>
                </a:solidFill>
              </a:defRPr>
            </a:lvl4pPr>
            <a:lvl5pPr marL="1401744" indent="0">
              <a:buNone/>
              <a:defRPr sz="1226">
                <a:solidFill>
                  <a:schemeClr val="tx1">
                    <a:tint val="75000"/>
                  </a:schemeClr>
                </a:solidFill>
              </a:defRPr>
            </a:lvl5pPr>
            <a:lvl6pPr marL="1752180" indent="0">
              <a:buNone/>
              <a:defRPr sz="1226">
                <a:solidFill>
                  <a:schemeClr val="tx1">
                    <a:tint val="75000"/>
                  </a:schemeClr>
                </a:solidFill>
              </a:defRPr>
            </a:lvl6pPr>
            <a:lvl7pPr marL="2102616" indent="0">
              <a:buNone/>
              <a:defRPr sz="1226">
                <a:solidFill>
                  <a:schemeClr val="tx1">
                    <a:tint val="75000"/>
                  </a:schemeClr>
                </a:solidFill>
              </a:defRPr>
            </a:lvl7pPr>
            <a:lvl8pPr marL="2453051" indent="0">
              <a:buNone/>
              <a:defRPr sz="1226">
                <a:solidFill>
                  <a:schemeClr val="tx1">
                    <a:tint val="75000"/>
                  </a:schemeClr>
                </a:solidFill>
              </a:defRPr>
            </a:lvl8pPr>
            <a:lvl9pPr marL="2803487" indent="0">
              <a:buNone/>
              <a:defRPr sz="122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F01F2-605C-4DA4-912E-5F34B4F7923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F655F-73C4-4EC5-AAE5-2936611409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02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42485" y="1579673"/>
            <a:ext cx="4589899" cy="3765116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67381" y="1579673"/>
            <a:ext cx="4589899" cy="3765116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F01F2-605C-4DA4-912E-5F34B4F7923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F655F-73C4-4EC5-AAE5-2936611409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537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890" y="315936"/>
            <a:ext cx="9314796" cy="114698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43891" y="1454673"/>
            <a:ext cx="4568806" cy="712913"/>
          </a:xfrm>
        </p:spPr>
        <p:txBody>
          <a:bodyPr anchor="b"/>
          <a:lstStyle>
            <a:lvl1pPr marL="0" indent="0">
              <a:buNone/>
              <a:defRPr sz="1840" b="1"/>
            </a:lvl1pPr>
            <a:lvl2pPr marL="350436" indent="0">
              <a:buNone/>
              <a:defRPr sz="1533" b="1"/>
            </a:lvl2pPr>
            <a:lvl3pPr marL="700872" indent="0">
              <a:buNone/>
              <a:defRPr sz="1379" b="1"/>
            </a:lvl3pPr>
            <a:lvl4pPr marL="1051307" indent="0">
              <a:buNone/>
              <a:defRPr sz="1226" b="1"/>
            </a:lvl4pPr>
            <a:lvl5pPr marL="1401744" indent="0">
              <a:buNone/>
              <a:defRPr sz="1226" b="1"/>
            </a:lvl5pPr>
            <a:lvl6pPr marL="1752180" indent="0">
              <a:buNone/>
              <a:defRPr sz="1226" b="1"/>
            </a:lvl6pPr>
            <a:lvl7pPr marL="2102616" indent="0">
              <a:buNone/>
              <a:defRPr sz="1226" b="1"/>
            </a:lvl7pPr>
            <a:lvl8pPr marL="2453051" indent="0">
              <a:buNone/>
              <a:defRPr sz="1226" b="1"/>
            </a:lvl8pPr>
            <a:lvl9pPr marL="2803487" indent="0">
              <a:buNone/>
              <a:defRPr sz="1226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43891" y="2167586"/>
            <a:ext cx="4568806" cy="318819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467380" y="1454673"/>
            <a:ext cx="4591306" cy="712913"/>
          </a:xfrm>
        </p:spPr>
        <p:txBody>
          <a:bodyPr anchor="b"/>
          <a:lstStyle>
            <a:lvl1pPr marL="0" indent="0">
              <a:buNone/>
              <a:defRPr sz="1840" b="1"/>
            </a:lvl1pPr>
            <a:lvl2pPr marL="350436" indent="0">
              <a:buNone/>
              <a:defRPr sz="1533" b="1"/>
            </a:lvl2pPr>
            <a:lvl3pPr marL="700872" indent="0">
              <a:buNone/>
              <a:defRPr sz="1379" b="1"/>
            </a:lvl3pPr>
            <a:lvl4pPr marL="1051307" indent="0">
              <a:buNone/>
              <a:defRPr sz="1226" b="1"/>
            </a:lvl4pPr>
            <a:lvl5pPr marL="1401744" indent="0">
              <a:buNone/>
              <a:defRPr sz="1226" b="1"/>
            </a:lvl5pPr>
            <a:lvl6pPr marL="1752180" indent="0">
              <a:buNone/>
              <a:defRPr sz="1226" b="1"/>
            </a:lvl6pPr>
            <a:lvl7pPr marL="2102616" indent="0">
              <a:buNone/>
              <a:defRPr sz="1226" b="1"/>
            </a:lvl7pPr>
            <a:lvl8pPr marL="2453051" indent="0">
              <a:buNone/>
              <a:defRPr sz="1226" b="1"/>
            </a:lvl8pPr>
            <a:lvl9pPr marL="2803487" indent="0">
              <a:buNone/>
              <a:defRPr sz="1226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467380" y="2167586"/>
            <a:ext cx="4591306" cy="318819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F01F2-605C-4DA4-912E-5F34B4F7923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F655F-73C4-4EC5-AAE5-2936611409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521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F01F2-605C-4DA4-912E-5F34B4F7923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F655F-73C4-4EC5-AAE5-2936611409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630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F01F2-605C-4DA4-912E-5F34B4F7923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F655F-73C4-4EC5-AAE5-2936611409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009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891" y="395605"/>
            <a:ext cx="3483204" cy="1384618"/>
          </a:xfrm>
        </p:spPr>
        <p:txBody>
          <a:bodyPr anchor="b"/>
          <a:lstStyle>
            <a:lvl1pPr>
              <a:defRPr sz="2453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91306" y="854398"/>
            <a:ext cx="5467380" cy="4217039"/>
          </a:xfrm>
        </p:spPr>
        <p:txBody>
          <a:bodyPr/>
          <a:lstStyle>
            <a:lvl1pPr>
              <a:defRPr sz="2453"/>
            </a:lvl1pPr>
            <a:lvl2pPr>
              <a:defRPr sz="2146"/>
            </a:lvl2pPr>
            <a:lvl3pPr>
              <a:defRPr sz="1840"/>
            </a:lvl3pPr>
            <a:lvl4pPr>
              <a:defRPr sz="1533"/>
            </a:lvl4pPr>
            <a:lvl5pPr>
              <a:defRPr sz="1533"/>
            </a:lvl5pPr>
            <a:lvl6pPr>
              <a:defRPr sz="1533"/>
            </a:lvl6pPr>
            <a:lvl7pPr>
              <a:defRPr sz="1533"/>
            </a:lvl7pPr>
            <a:lvl8pPr>
              <a:defRPr sz="1533"/>
            </a:lvl8pPr>
            <a:lvl9pPr>
              <a:defRPr sz="1533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3891" y="1780223"/>
            <a:ext cx="3483204" cy="3298082"/>
          </a:xfrm>
        </p:spPr>
        <p:txBody>
          <a:bodyPr/>
          <a:lstStyle>
            <a:lvl1pPr marL="0" indent="0">
              <a:buNone/>
              <a:defRPr sz="1226"/>
            </a:lvl1pPr>
            <a:lvl2pPr marL="350436" indent="0">
              <a:buNone/>
              <a:defRPr sz="1073"/>
            </a:lvl2pPr>
            <a:lvl3pPr marL="700872" indent="0">
              <a:buNone/>
              <a:defRPr sz="920"/>
            </a:lvl3pPr>
            <a:lvl4pPr marL="1051307" indent="0">
              <a:buNone/>
              <a:defRPr sz="767"/>
            </a:lvl4pPr>
            <a:lvl5pPr marL="1401744" indent="0">
              <a:buNone/>
              <a:defRPr sz="767"/>
            </a:lvl5pPr>
            <a:lvl6pPr marL="1752180" indent="0">
              <a:buNone/>
              <a:defRPr sz="767"/>
            </a:lvl6pPr>
            <a:lvl7pPr marL="2102616" indent="0">
              <a:buNone/>
              <a:defRPr sz="767"/>
            </a:lvl7pPr>
            <a:lvl8pPr marL="2453051" indent="0">
              <a:buNone/>
              <a:defRPr sz="767"/>
            </a:lvl8pPr>
            <a:lvl9pPr marL="2803487" indent="0">
              <a:buNone/>
              <a:defRPr sz="767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F01F2-605C-4DA4-912E-5F34B4F7923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F655F-73C4-4EC5-AAE5-2936611409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2173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891" y="395605"/>
            <a:ext cx="3483204" cy="1384618"/>
          </a:xfrm>
        </p:spPr>
        <p:txBody>
          <a:bodyPr anchor="b"/>
          <a:lstStyle>
            <a:lvl1pPr>
              <a:defRPr sz="2453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91306" y="854398"/>
            <a:ext cx="5467380" cy="4217039"/>
          </a:xfrm>
        </p:spPr>
        <p:txBody>
          <a:bodyPr/>
          <a:lstStyle>
            <a:lvl1pPr marL="0" indent="0">
              <a:buNone/>
              <a:defRPr sz="2453"/>
            </a:lvl1pPr>
            <a:lvl2pPr marL="350436" indent="0">
              <a:buNone/>
              <a:defRPr sz="2146"/>
            </a:lvl2pPr>
            <a:lvl3pPr marL="700872" indent="0">
              <a:buNone/>
              <a:defRPr sz="1840"/>
            </a:lvl3pPr>
            <a:lvl4pPr marL="1051307" indent="0">
              <a:buNone/>
              <a:defRPr sz="1533"/>
            </a:lvl4pPr>
            <a:lvl5pPr marL="1401744" indent="0">
              <a:buNone/>
              <a:defRPr sz="1533"/>
            </a:lvl5pPr>
            <a:lvl6pPr marL="1752180" indent="0">
              <a:buNone/>
              <a:defRPr sz="1533"/>
            </a:lvl6pPr>
            <a:lvl7pPr marL="2102616" indent="0">
              <a:buNone/>
              <a:defRPr sz="1533"/>
            </a:lvl7pPr>
            <a:lvl8pPr marL="2453051" indent="0">
              <a:buNone/>
              <a:defRPr sz="1533"/>
            </a:lvl8pPr>
            <a:lvl9pPr marL="2803487" indent="0">
              <a:buNone/>
              <a:defRPr sz="1533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3891" y="1780223"/>
            <a:ext cx="3483204" cy="3298082"/>
          </a:xfrm>
        </p:spPr>
        <p:txBody>
          <a:bodyPr/>
          <a:lstStyle>
            <a:lvl1pPr marL="0" indent="0">
              <a:buNone/>
              <a:defRPr sz="1226"/>
            </a:lvl1pPr>
            <a:lvl2pPr marL="350436" indent="0">
              <a:buNone/>
              <a:defRPr sz="1073"/>
            </a:lvl2pPr>
            <a:lvl3pPr marL="700872" indent="0">
              <a:buNone/>
              <a:defRPr sz="920"/>
            </a:lvl3pPr>
            <a:lvl4pPr marL="1051307" indent="0">
              <a:buNone/>
              <a:defRPr sz="767"/>
            </a:lvl4pPr>
            <a:lvl5pPr marL="1401744" indent="0">
              <a:buNone/>
              <a:defRPr sz="767"/>
            </a:lvl5pPr>
            <a:lvl6pPr marL="1752180" indent="0">
              <a:buNone/>
              <a:defRPr sz="767"/>
            </a:lvl6pPr>
            <a:lvl7pPr marL="2102616" indent="0">
              <a:buNone/>
              <a:defRPr sz="767"/>
            </a:lvl7pPr>
            <a:lvl8pPr marL="2453051" indent="0">
              <a:buNone/>
              <a:defRPr sz="767"/>
            </a:lvl8pPr>
            <a:lvl9pPr marL="2803487" indent="0">
              <a:buNone/>
              <a:defRPr sz="767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F01F2-605C-4DA4-912E-5F34B4F7923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F655F-73C4-4EC5-AAE5-2936611409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380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F01F2-605C-4DA4-912E-5F34B4F7923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F655F-73C4-4EC5-AAE5-2936611409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989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728581" y="315935"/>
            <a:ext cx="2328699" cy="502885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42484" y="315935"/>
            <a:ext cx="6851100" cy="5028854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F01F2-605C-4DA4-912E-5F34B4F7923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F655F-73C4-4EC5-AAE5-2936611409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130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42484" y="315936"/>
            <a:ext cx="9314796" cy="11469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42484" y="1579673"/>
            <a:ext cx="9314796" cy="376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42485" y="5500009"/>
            <a:ext cx="2429947" cy="3159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F01F2-605C-4DA4-912E-5F34B4F7923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77422" y="5500009"/>
            <a:ext cx="3644920" cy="3159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627333" y="5500009"/>
            <a:ext cx="2429947" cy="3159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FF655F-73C4-4EC5-AAE5-2936611409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50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00872" rtl="0" eaLnBrk="1" latinLnBrk="0" hangingPunct="1">
        <a:lnSpc>
          <a:spcPct val="90000"/>
        </a:lnSpc>
        <a:spcBef>
          <a:spcPct val="0"/>
        </a:spcBef>
        <a:buNone/>
        <a:defRPr sz="33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5218" indent="-175218" algn="l" defTabSz="700872" rtl="0" eaLnBrk="1" latinLnBrk="0" hangingPunct="1">
        <a:lnSpc>
          <a:spcPct val="90000"/>
        </a:lnSpc>
        <a:spcBef>
          <a:spcPts val="767"/>
        </a:spcBef>
        <a:buFont typeface="Arial" panose="020B0604020202020204" pitchFamily="34" charset="0"/>
        <a:buChar char="•"/>
        <a:defRPr sz="2146" kern="1200">
          <a:solidFill>
            <a:schemeClr val="tx1"/>
          </a:solidFill>
          <a:latin typeface="+mn-lt"/>
          <a:ea typeface="+mn-ea"/>
          <a:cs typeface="+mn-cs"/>
        </a:defRPr>
      </a:lvl1pPr>
      <a:lvl2pPr marL="525654" indent="-175218" algn="l" defTabSz="700872" rtl="0" eaLnBrk="1" latinLnBrk="0" hangingPunct="1">
        <a:lnSpc>
          <a:spcPct val="90000"/>
        </a:lnSpc>
        <a:spcBef>
          <a:spcPts val="383"/>
        </a:spcBef>
        <a:buFont typeface="Arial" panose="020B0604020202020204" pitchFamily="34" charset="0"/>
        <a:buChar char="•"/>
        <a:defRPr sz="1840" kern="1200">
          <a:solidFill>
            <a:schemeClr val="tx1"/>
          </a:solidFill>
          <a:latin typeface="+mn-lt"/>
          <a:ea typeface="+mn-ea"/>
          <a:cs typeface="+mn-cs"/>
        </a:defRPr>
      </a:lvl2pPr>
      <a:lvl3pPr marL="876089" indent="-175218" algn="l" defTabSz="700872" rtl="0" eaLnBrk="1" latinLnBrk="0" hangingPunct="1">
        <a:lnSpc>
          <a:spcPct val="90000"/>
        </a:lnSpc>
        <a:spcBef>
          <a:spcPts val="383"/>
        </a:spcBef>
        <a:buFont typeface="Arial" panose="020B0604020202020204" pitchFamily="34" charset="0"/>
        <a:buChar char="•"/>
        <a:defRPr sz="1533" kern="1200">
          <a:solidFill>
            <a:schemeClr val="tx1"/>
          </a:solidFill>
          <a:latin typeface="+mn-lt"/>
          <a:ea typeface="+mn-ea"/>
          <a:cs typeface="+mn-cs"/>
        </a:defRPr>
      </a:lvl3pPr>
      <a:lvl4pPr marL="1226526" indent="-175218" algn="l" defTabSz="700872" rtl="0" eaLnBrk="1" latinLnBrk="0" hangingPunct="1">
        <a:lnSpc>
          <a:spcPct val="90000"/>
        </a:lnSpc>
        <a:spcBef>
          <a:spcPts val="383"/>
        </a:spcBef>
        <a:buFont typeface="Arial" panose="020B0604020202020204" pitchFamily="34" charset="0"/>
        <a:buChar char="•"/>
        <a:defRPr sz="1379" kern="1200">
          <a:solidFill>
            <a:schemeClr val="tx1"/>
          </a:solidFill>
          <a:latin typeface="+mn-lt"/>
          <a:ea typeface="+mn-ea"/>
          <a:cs typeface="+mn-cs"/>
        </a:defRPr>
      </a:lvl4pPr>
      <a:lvl5pPr marL="1576962" indent="-175218" algn="l" defTabSz="700872" rtl="0" eaLnBrk="1" latinLnBrk="0" hangingPunct="1">
        <a:lnSpc>
          <a:spcPct val="90000"/>
        </a:lnSpc>
        <a:spcBef>
          <a:spcPts val="383"/>
        </a:spcBef>
        <a:buFont typeface="Arial" panose="020B0604020202020204" pitchFamily="34" charset="0"/>
        <a:buChar char="•"/>
        <a:defRPr sz="1379" kern="1200">
          <a:solidFill>
            <a:schemeClr val="tx1"/>
          </a:solidFill>
          <a:latin typeface="+mn-lt"/>
          <a:ea typeface="+mn-ea"/>
          <a:cs typeface="+mn-cs"/>
        </a:defRPr>
      </a:lvl5pPr>
      <a:lvl6pPr marL="1927398" indent="-175218" algn="l" defTabSz="700872" rtl="0" eaLnBrk="1" latinLnBrk="0" hangingPunct="1">
        <a:lnSpc>
          <a:spcPct val="90000"/>
        </a:lnSpc>
        <a:spcBef>
          <a:spcPts val="383"/>
        </a:spcBef>
        <a:buFont typeface="Arial" panose="020B0604020202020204" pitchFamily="34" charset="0"/>
        <a:buChar char="•"/>
        <a:defRPr sz="1379" kern="1200">
          <a:solidFill>
            <a:schemeClr val="tx1"/>
          </a:solidFill>
          <a:latin typeface="+mn-lt"/>
          <a:ea typeface="+mn-ea"/>
          <a:cs typeface="+mn-cs"/>
        </a:defRPr>
      </a:lvl6pPr>
      <a:lvl7pPr marL="2277833" indent="-175218" algn="l" defTabSz="700872" rtl="0" eaLnBrk="1" latinLnBrk="0" hangingPunct="1">
        <a:lnSpc>
          <a:spcPct val="90000"/>
        </a:lnSpc>
        <a:spcBef>
          <a:spcPts val="383"/>
        </a:spcBef>
        <a:buFont typeface="Arial" panose="020B0604020202020204" pitchFamily="34" charset="0"/>
        <a:buChar char="•"/>
        <a:defRPr sz="1379" kern="1200">
          <a:solidFill>
            <a:schemeClr val="tx1"/>
          </a:solidFill>
          <a:latin typeface="+mn-lt"/>
          <a:ea typeface="+mn-ea"/>
          <a:cs typeface="+mn-cs"/>
        </a:defRPr>
      </a:lvl7pPr>
      <a:lvl8pPr marL="2628269" indent="-175218" algn="l" defTabSz="700872" rtl="0" eaLnBrk="1" latinLnBrk="0" hangingPunct="1">
        <a:lnSpc>
          <a:spcPct val="90000"/>
        </a:lnSpc>
        <a:spcBef>
          <a:spcPts val="383"/>
        </a:spcBef>
        <a:buFont typeface="Arial" panose="020B0604020202020204" pitchFamily="34" charset="0"/>
        <a:buChar char="•"/>
        <a:defRPr sz="1379" kern="1200">
          <a:solidFill>
            <a:schemeClr val="tx1"/>
          </a:solidFill>
          <a:latin typeface="+mn-lt"/>
          <a:ea typeface="+mn-ea"/>
          <a:cs typeface="+mn-cs"/>
        </a:defRPr>
      </a:lvl8pPr>
      <a:lvl9pPr marL="2978705" indent="-175218" algn="l" defTabSz="700872" rtl="0" eaLnBrk="1" latinLnBrk="0" hangingPunct="1">
        <a:lnSpc>
          <a:spcPct val="90000"/>
        </a:lnSpc>
        <a:spcBef>
          <a:spcPts val="383"/>
        </a:spcBef>
        <a:buFont typeface="Arial" panose="020B0604020202020204" pitchFamily="34" charset="0"/>
        <a:buChar char="•"/>
        <a:defRPr sz="13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00872" rtl="0" eaLnBrk="1" latinLnBrk="0" hangingPunct="1">
        <a:defRPr sz="1379" kern="1200">
          <a:solidFill>
            <a:schemeClr val="tx1"/>
          </a:solidFill>
          <a:latin typeface="+mn-lt"/>
          <a:ea typeface="+mn-ea"/>
          <a:cs typeface="+mn-cs"/>
        </a:defRPr>
      </a:lvl1pPr>
      <a:lvl2pPr marL="350436" algn="l" defTabSz="700872" rtl="0" eaLnBrk="1" latinLnBrk="0" hangingPunct="1">
        <a:defRPr sz="1379" kern="1200">
          <a:solidFill>
            <a:schemeClr val="tx1"/>
          </a:solidFill>
          <a:latin typeface="+mn-lt"/>
          <a:ea typeface="+mn-ea"/>
          <a:cs typeface="+mn-cs"/>
        </a:defRPr>
      </a:lvl2pPr>
      <a:lvl3pPr marL="700872" algn="l" defTabSz="700872" rtl="0" eaLnBrk="1" latinLnBrk="0" hangingPunct="1">
        <a:defRPr sz="1379" kern="1200">
          <a:solidFill>
            <a:schemeClr val="tx1"/>
          </a:solidFill>
          <a:latin typeface="+mn-lt"/>
          <a:ea typeface="+mn-ea"/>
          <a:cs typeface="+mn-cs"/>
        </a:defRPr>
      </a:lvl3pPr>
      <a:lvl4pPr marL="1051307" algn="l" defTabSz="700872" rtl="0" eaLnBrk="1" latinLnBrk="0" hangingPunct="1">
        <a:defRPr sz="1379" kern="1200">
          <a:solidFill>
            <a:schemeClr val="tx1"/>
          </a:solidFill>
          <a:latin typeface="+mn-lt"/>
          <a:ea typeface="+mn-ea"/>
          <a:cs typeface="+mn-cs"/>
        </a:defRPr>
      </a:lvl4pPr>
      <a:lvl5pPr marL="1401744" algn="l" defTabSz="700872" rtl="0" eaLnBrk="1" latinLnBrk="0" hangingPunct="1">
        <a:defRPr sz="1379" kern="1200">
          <a:solidFill>
            <a:schemeClr val="tx1"/>
          </a:solidFill>
          <a:latin typeface="+mn-lt"/>
          <a:ea typeface="+mn-ea"/>
          <a:cs typeface="+mn-cs"/>
        </a:defRPr>
      </a:lvl5pPr>
      <a:lvl6pPr marL="1752180" algn="l" defTabSz="700872" rtl="0" eaLnBrk="1" latinLnBrk="0" hangingPunct="1">
        <a:defRPr sz="1379" kern="1200">
          <a:solidFill>
            <a:schemeClr val="tx1"/>
          </a:solidFill>
          <a:latin typeface="+mn-lt"/>
          <a:ea typeface="+mn-ea"/>
          <a:cs typeface="+mn-cs"/>
        </a:defRPr>
      </a:lvl6pPr>
      <a:lvl7pPr marL="2102616" algn="l" defTabSz="700872" rtl="0" eaLnBrk="1" latinLnBrk="0" hangingPunct="1">
        <a:defRPr sz="1379" kern="1200">
          <a:solidFill>
            <a:schemeClr val="tx1"/>
          </a:solidFill>
          <a:latin typeface="+mn-lt"/>
          <a:ea typeface="+mn-ea"/>
          <a:cs typeface="+mn-cs"/>
        </a:defRPr>
      </a:lvl7pPr>
      <a:lvl8pPr marL="2453051" algn="l" defTabSz="700872" rtl="0" eaLnBrk="1" latinLnBrk="0" hangingPunct="1">
        <a:defRPr sz="1379" kern="1200">
          <a:solidFill>
            <a:schemeClr val="tx1"/>
          </a:solidFill>
          <a:latin typeface="+mn-lt"/>
          <a:ea typeface="+mn-ea"/>
          <a:cs typeface="+mn-cs"/>
        </a:defRPr>
      </a:lvl8pPr>
      <a:lvl9pPr marL="2803487" algn="l" defTabSz="700872" rtl="0" eaLnBrk="1" latinLnBrk="0" hangingPunct="1">
        <a:defRPr sz="13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50800"/>
            <a:ext cx="108000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700" b="1" smtClean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700" b="1" smtClean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700" b="1" smtClean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方法发现过程：两条证伪路线与转向注册条件化目标说话人提取</a:t>
            </a:r>
            <a:endParaRPr lang="zh-CN" altLang="en-US" sz="1700" b="1">
              <a:solidFill>
                <a:srgbClr val="1F386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0" y="533400"/>
            <a:ext cx="2057400" cy="48260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400" y="609600"/>
            <a:ext cx="20066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100" b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100" b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两条自然路线</a:t>
            </a:r>
          </a:p>
          <a:p>
            <a:pPr algn="ctr"/>
            <a:r>
              <a:rPr lang="en-US" altLang="zh-CN" sz="1100" b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100" b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被实验推翻</a:t>
            </a:r>
            <a:r>
              <a:rPr lang="en-US" altLang="zh-CN" sz="1100" b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0" y="1066800"/>
            <a:ext cx="2057400" cy="4867910"/>
          </a:xfrm>
          <a:prstGeom prst="roundRect">
            <a:avLst>
              <a:gd name="adj" fmla="val 6000"/>
            </a:avLst>
          </a:prstGeom>
          <a:solidFill>
            <a:srgbClr val="FDF1F0"/>
          </a:solidFill>
          <a:ln w="158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2185670" y="533400"/>
            <a:ext cx="2057400" cy="482600"/>
          </a:xfrm>
          <a:prstGeom prst="roundRect">
            <a:avLst>
              <a:gd name="adj" fmla="val 6000"/>
            </a:avLst>
          </a:prstGeom>
          <a:solidFill>
            <a:srgbClr val="8B64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211070" y="660400"/>
            <a:ext cx="2006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100" b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100" b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关键机理发现</a:t>
            </a:r>
            <a:endParaRPr lang="zh-CN" altLang="en-US" sz="1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2185670" y="1066800"/>
            <a:ext cx="2057400" cy="4867910"/>
          </a:xfrm>
          <a:prstGeom prst="roundRect">
            <a:avLst>
              <a:gd name="adj" fmla="val 6000"/>
            </a:avLst>
          </a:prstGeom>
          <a:solidFill>
            <a:srgbClr val="FAF6EA"/>
          </a:solidFill>
          <a:ln w="15875">
            <a:solidFill>
              <a:srgbClr val="8B6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4371340" y="533400"/>
            <a:ext cx="2057400" cy="482600"/>
          </a:xfrm>
          <a:prstGeom prst="roundRect">
            <a:avLst>
              <a:gd name="adj" fmla="val 6000"/>
            </a:avLst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396740" y="660400"/>
            <a:ext cx="2006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100" b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1100" b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任务重新定义</a:t>
            </a:r>
            <a:endParaRPr lang="zh-CN" altLang="en-US" sz="1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371340" y="1066800"/>
            <a:ext cx="2057400" cy="4867910"/>
          </a:xfrm>
          <a:prstGeom prst="roundRect">
            <a:avLst>
              <a:gd name="adj" fmla="val 6000"/>
            </a:avLst>
          </a:prstGeom>
          <a:solidFill>
            <a:srgbClr val="EAF1F9"/>
          </a:solidFill>
          <a:ln w="15875">
            <a:solidFill>
              <a:srgbClr val="2E5F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6557010" y="533400"/>
            <a:ext cx="2057400" cy="482600"/>
          </a:xfrm>
          <a:prstGeom prst="roundRect">
            <a:avLst>
              <a:gd name="adj" fmla="val 6000"/>
            </a:avLst>
          </a:prstGeom>
          <a:solidFill>
            <a:srgbClr val="4E7B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582410" y="660400"/>
            <a:ext cx="2006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100" b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1100" b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四级加码的迭代优化</a:t>
            </a:r>
            <a:endParaRPr lang="zh-CN" altLang="en-US" sz="1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6557010" y="1066800"/>
            <a:ext cx="2057400" cy="4867910"/>
          </a:xfrm>
          <a:prstGeom prst="roundRect">
            <a:avLst>
              <a:gd name="adj" fmla="val 6000"/>
            </a:avLst>
          </a:prstGeom>
          <a:solidFill>
            <a:srgbClr val="F0F5EB"/>
          </a:solidFill>
          <a:ln w="15875">
            <a:solidFill>
              <a:srgbClr val="4E7B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8742680" y="533400"/>
            <a:ext cx="2057400" cy="482600"/>
          </a:xfrm>
          <a:prstGeom prst="roundRect">
            <a:avLst>
              <a:gd name="adj" fmla="val 6000"/>
            </a:avLst>
          </a:prstGeom>
          <a:solidFill>
            <a:srgbClr val="D269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8768080" y="660400"/>
            <a:ext cx="2006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100" b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1100" b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最终交付结果</a:t>
            </a:r>
            <a:endParaRPr lang="zh-CN" altLang="en-US" sz="1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8742680" y="1066800"/>
            <a:ext cx="2057400" cy="4867910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 w="15875">
            <a:solidFill>
              <a:srgbClr val="D269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右箭头 17"/>
          <p:cNvSpPr/>
          <p:nvPr/>
        </p:nvSpPr>
        <p:spPr>
          <a:xfrm>
            <a:off x="2084070" y="3238500"/>
            <a:ext cx="101600" cy="330200"/>
          </a:xfrm>
          <a:prstGeom prst="rightArrow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右箭头 18"/>
          <p:cNvSpPr/>
          <p:nvPr/>
        </p:nvSpPr>
        <p:spPr>
          <a:xfrm>
            <a:off x="4269740" y="3238500"/>
            <a:ext cx="101600" cy="330200"/>
          </a:xfrm>
          <a:prstGeom prst="rightArrow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右箭头 19"/>
          <p:cNvSpPr/>
          <p:nvPr/>
        </p:nvSpPr>
        <p:spPr>
          <a:xfrm>
            <a:off x="6455410" y="3238500"/>
            <a:ext cx="101600" cy="330200"/>
          </a:xfrm>
          <a:prstGeom prst="rightArrow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右箭头 20"/>
          <p:cNvSpPr/>
          <p:nvPr/>
        </p:nvSpPr>
        <p:spPr>
          <a:xfrm>
            <a:off x="8641080" y="3238500"/>
            <a:ext cx="101600" cy="330200"/>
          </a:xfrm>
          <a:prstGeom prst="rightArrow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圆角矩形 21"/>
          <p:cNvSpPr/>
          <p:nvPr/>
        </p:nvSpPr>
        <p:spPr>
          <a:xfrm>
            <a:off x="127000" y="1371600"/>
            <a:ext cx="1803400" cy="1371600"/>
          </a:xfrm>
          <a:prstGeom prst="roundRect">
            <a:avLst>
              <a:gd name="adj" fmla="val 6000"/>
            </a:avLst>
          </a:prstGeom>
          <a:noFill/>
          <a:ln w="19050" cap="flat" cmpd="sng" algn="ctr">
            <a:solidFill>
              <a:srgbClr val="C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228600" y="1473200"/>
            <a:ext cx="160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 b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050" b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冻结式后端微调</a:t>
            </a:r>
            <a:endParaRPr lang="zh-CN" altLang="en-US" sz="105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28600" y="17018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冻结卷积底层，分层学习率</a:t>
            </a:r>
          </a:p>
          <a:p>
            <a:pPr>
              <a:spcAft>
                <a:spcPts val="300"/>
              </a:spcAft>
            </a:pPr>
            <a:r>
              <a:rPr lang="en-US" altLang="zh-CN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clean </a:t>
            </a:r>
            <a:r>
              <a:rPr lang="zh-CN" altLang="en-US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占比 </a:t>
            </a:r>
            <a:r>
              <a:rPr lang="en-US" altLang="zh-CN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15%</a:t>
            </a:r>
          </a:p>
          <a:p>
            <a:pPr>
              <a:spcAft>
                <a:spcPts val="300"/>
              </a:spcAft>
            </a:pPr>
            <a:r>
              <a:rPr lang="en-US" altLang="zh-CN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结果：</a:t>
            </a:r>
            <a:r>
              <a:rPr lang="en-US" altLang="zh-CN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个条件中 </a:t>
            </a:r>
            <a:r>
              <a:rPr lang="en-US" altLang="zh-CN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r>
              <a:rPr lang="zh-CN" altLang="en-US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个变差</a:t>
            </a:r>
            <a:endParaRPr lang="zh-CN" altLang="en-US" sz="95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28600" y="2438400"/>
            <a:ext cx="160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050" b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dB</a:t>
            </a:r>
            <a:r>
              <a:rPr lang="zh-CN" altLang="en-US" sz="1050" b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50" b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8.39 → 9.71</a:t>
            </a:r>
            <a:endParaRPr lang="zh-CN" altLang="en-US" sz="105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127000" y="2895600"/>
            <a:ext cx="1803400" cy="1778000"/>
          </a:xfrm>
          <a:prstGeom prst="roundRect">
            <a:avLst>
              <a:gd name="adj" fmla="val 6000"/>
            </a:avLst>
          </a:prstGeom>
          <a:noFill/>
          <a:ln w="19050" cap="flat" cmpd="sng" algn="ctr">
            <a:solidFill>
              <a:srgbClr val="C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228600" y="2997200"/>
            <a:ext cx="160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 b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050" b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通用降噪前端</a:t>
            </a:r>
            <a:endParaRPr lang="zh-CN" altLang="en-US" sz="105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28600" y="32258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FullSubNet+</a:t>
            </a:r>
          </a:p>
          <a:p>
            <a:pPr>
              <a:spcAft>
                <a:spcPts val="300"/>
              </a:spcAft>
            </a:pPr>
            <a:r>
              <a:rPr lang="en-US" altLang="zh-CN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以信号重建为目标</a:t>
            </a:r>
          </a:p>
          <a:p>
            <a:pPr>
              <a:spcAft>
                <a:spcPts val="300"/>
              </a:spcAft>
            </a:pPr>
            <a:r>
              <a:rPr lang="en-US" altLang="zh-CN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降噪后语音送验证器</a:t>
            </a:r>
          </a:p>
          <a:p>
            <a:pPr>
              <a:spcAft>
                <a:spcPts val="300"/>
              </a:spcAft>
            </a:pPr>
            <a:r>
              <a:rPr lang="en-US" altLang="zh-CN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结果：</a:t>
            </a:r>
            <a:r>
              <a:rPr lang="en-US" altLang="zh-CN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dB = 10.11</a:t>
            </a:r>
          </a:p>
          <a:p>
            <a:pPr>
              <a:spcAft>
                <a:spcPts val="300"/>
              </a:spcAft>
            </a:pPr>
            <a:r>
              <a:rPr lang="zh-CN" altLang="en-US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（带噪 </a:t>
            </a:r>
            <a:r>
              <a:rPr lang="en-US" altLang="zh-CN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8.39</a:t>
            </a:r>
            <a:r>
              <a:rPr lang="zh-CN" altLang="en-US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，负增益）</a:t>
            </a:r>
          </a:p>
          <a:p>
            <a:pPr>
              <a:spcAft>
                <a:spcPts val="300"/>
              </a:spcAft>
            </a:pPr>
            <a:r>
              <a:rPr lang="en-US" altLang="zh-CN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身份特征被抹平</a:t>
            </a:r>
            <a:endParaRPr lang="zh-CN" altLang="en-US" sz="95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127000" y="5334000"/>
            <a:ext cx="1803400" cy="584200"/>
          </a:xfrm>
          <a:prstGeom prst="roundRect">
            <a:avLst>
              <a:gd name="adj" fmla="val 6000"/>
            </a:avLst>
          </a:prstGeom>
          <a:noFill/>
          <a:ln w="25400" cap="flat" cmpd="sng" algn="ctr">
            <a:solidFill>
              <a:srgbClr val="C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 结论：两条路线均证伪</a:t>
            </a:r>
            <a:endParaRPr lang="zh-CN" altLang="en-US" sz="105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287270" y="1397000"/>
            <a:ext cx="1854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50" b="1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单说话人噪声，本质上是「干扰语音」问题，而不是普通背景噪声问题。</a:t>
            </a:r>
            <a:endParaRPr lang="zh-CN" altLang="en-US" sz="950" b="1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287270" y="2235200"/>
            <a:ext cx="1854200" cy="0"/>
          </a:xfrm>
          <a:prstGeom prst="line">
            <a:avLst/>
          </a:prstGeom>
          <a:ln w="12700">
            <a:solidFill>
              <a:srgbClr val="8B641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2261870" y="23876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zh-CN" altLang="en-US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▶ 通用降噪器会保留所有语音，因此会保留干扰说话人</a:t>
            </a:r>
          </a:p>
          <a:p>
            <a:pPr>
              <a:spcAft>
                <a:spcPts val="600"/>
              </a:spcAft>
            </a:pPr>
            <a:r>
              <a:rPr lang="zh-CN" altLang="en-US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▶ 降噪抹平了跨句稳定的说话人身份特征</a:t>
            </a:r>
            <a:endParaRPr lang="zh-CN" altLang="en-US" sz="95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2287270" y="3505200"/>
            <a:ext cx="1854200" cy="0"/>
          </a:xfrm>
          <a:prstGeom prst="line">
            <a:avLst/>
          </a:prstGeom>
          <a:ln w="12700">
            <a:solidFill>
              <a:srgbClr val="8B641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圆角矩形 33"/>
          <p:cNvSpPr/>
          <p:nvPr/>
        </p:nvSpPr>
        <p:spPr>
          <a:xfrm>
            <a:off x="2287270" y="3683000"/>
            <a:ext cx="1854200" cy="914400"/>
          </a:xfrm>
          <a:prstGeom prst="roundRect">
            <a:avLst>
              <a:gd name="adj" fmla="val 6000"/>
            </a:avLst>
          </a:prstGeom>
          <a:noFill/>
          <a:ln w="15875" cap="flat" cmpd="sng" algn="ctr">
            <a:solidFill>
              <a:srgbClr val="8B6414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2388870" y="38100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95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目标对分数均值</a:t>
            </a:r>
            <a:endParaRPr lang="zh-CN" altLang="en-US" sz="95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388870" y="40386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400" b="1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0.422 → 0.391</a:t>
            </a:r>
            <a:endParaRPr lang="zh-CN" altLang="en-US" sz="1400" b="1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2744470" y="4876800"/>
            <a:ext cx="254000" cy="254000"/>
          </a:xfrm>
          <a:prstGeom prst="ellipse">
            <a:avLst/>
          </a:prstGeom>
          <a:solidFill>
            <a:srgbClr val="59595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圆角矩形 37"/>
          <p:cNvSpPr/>
          <p:nvPr/>
        </p:nvSpPr>
        <p:spPr>
          <a:xfrm>
            <a:off x="2642870" y="5156200"/>
            <a:ext cx="457200" cy="381000"/>
          </a:xfrm>
          <a:prstGeom prst="roundRect">
            <a:avLst>
              <a:gd name="adj" fmla="val 50000"/>
            </a:avLst>
          </a:prstGeom>
          <a:solidFill>
            <a:srgbClr val="59595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/>
          <p:cNvSpPr/>
          <p:nvPr/>
        </p:nvSpPr>
        <p:spPr>
          <a:xfrm>
            <a:off x="3608070" y="4876800"/>
            <a:ext cx="254000" cy="254000"/>
          </a:xfrm>
          <a:prstGeom prst="ellipse">
            <a:avLst/>
          </a:prstGeom>
          <a:solidFill>
            <a:srgbClr val="8B64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圆角矩形 39"/>
          <p:cNvSpPr/>
          <p:nvPr/>
        </p:nvSpPr>
        <p:spPr>
          <a:xfrm>
            <a:off x="3506470" y="5156200"/>
            <a:ext cx="457200" cy="381000"/>
          </a:xfrm>
          <a:prstGeom prst="roundRect">
            <a:avLst>
              <a:gd name="adj" fmla="val 50000"/>
            </a:avLst>
          </a:prstGeom>
          <a:solidFill>
            <a:srgbClr val="8B64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" name="直接连接符 40"/>
          <p:cNvCxnSpPr/>
          <p:nvPr/>
        </p:nvCxnSpPr>
        <p:spPr>
          <a:xfrm>
            <a:off x="3150870" y="5334000"/>
            <a:ext cx="330200" cy="0"/>
          </a:xfrm>
          <a:prstGeom prst="line">
            <a:avLst/>
          </a:prstGeom>
          <a:ln w="19050" cap="sq">
            <a:solidFill>
              <a:srgbClr val="595959"/>
            </a:solidFill>
            <a:prstDash val="dot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2490470" y="5588000"/>
            <a:ext cx="86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95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带噪验证</a:t>
            </a:r>
            <a:endParaRPr lang="zh-CN" altLang="en-US" sz="95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354070" y="5588000"/>
            <a:ext cx="86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95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降噪后验证</a:t>
            </a:r>
            <a:endParaRPr lang="zh-CN" altLang="en-US" sz="95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4498340" y="1422400"/>
            <a:ext cx="1803400" cy="812800"/>
          </a:xfrm>
          <a:prstGeom prst="roundRect">
            <a:avLst>
              <a:gd name="adj" fmla="val 6000"/>
            </a:avLst>
          </a:prstGeom>
          <a:noFill/>
          <a:ln w="25400" cap="flat" cmpd="sng" algn="ctr">
            <a:solidFill>
              <a:srgbClr val="2E5FA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4574540" y="15240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50" b="1" smtClean="0">
                <a:solidFill>
                  <a:srgbClr val="2E5F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注册条件化</a:t>
            </a:r>
            <a:endParaRPr lang="zh-CN" altLang="en-US" sz="1050" b="1">
              <a:solidFill>
                <a:srgbClr val="2E5F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574540" y="17526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50" b="1" smtClean="0">
                <a:solidFill>
                  <a:srgbClr val="2E5F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目标说话人提取（</a:t>
            </a:r>
            <a:r>
              <a:rPr lang="en-US" altLang="zh-CN" sz="1050" b="1" smtClean="0">
                <a:solidFill>
                  <a:srgbClr val="2E5F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TSE</a:t>
            </a:r>
            <a:r>
              <a:rPr lang="zh-CN" altLang="en-US" sz="1050" b="1" smtClean="0">
                <a:solidFill>
                  <a:srgbClr val="2E5F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1050" b="1">
              <a:solidFill>
                <a:srgbClr val="2E5F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4422140" y="2463800"/>
            <a:ext cx="965200" cy="939800"/>
          </a:xfrm>
          <a:prstGeom prst="roundRect">
            <a:avLst>
              <a:gd name="adj" fmla="val 6000"/>
            </a:avLst>
          </a:prstGeom>
          <a:solidFill>
            <a:srgbClr val="EAF1F9"/>
          </a:solidFill>
          <a:ln w="12700">
            <a:solidFill>
              <a:srgbClr val="2E5F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4472940" y="2565400"/>
            <a:ext cx="86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50" b="1" smtClean="0">
                <a:solidFill>
                  <a:srgbClr val="2E5F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 </a:t>
            </a:r>
            <a:r>
              <a:rPr lang="en-US" altLang="zh-CN" sz="950" b="1" smtClean="0">
                <a:solidFill>
                  <a:srgbClr val="2E5F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950" b="1" smtClean="0">
                <a:solidFill>
                  <a:srgbClr val="2E5F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950" b="1">
              <a:solidFill>
                <a:srgbClr val="2E5F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4472940" y="2768600"/>
            <a:ext cx="86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注册语音</a:t>
            </a:r>
          </a:p>
          <a:p>
            <a:pPr algn="ctr"/>
            <a:r>
              <a:rPr lang="en-US" altLang="zh-CN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目标说话人</a:t>
            </a:r>
            <a:r>
              <a:rPr lang="en-US" altLang="zh-CN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95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5438140" y="2463800"/>
            <a:ext cx="965200" cy="939800"/>
          </a:xfrm>
          <a:prstGeom prst="roundRect">
            <a:avLst>
              <a:gd name="adj" fmla="val 6000"/>
            </a:avLst>
          </a:prstGeom>
          <a:solidFill>
            <a:srgbClr val="EAF1F9"/>
          </a:solidFill>
          <a:ln w="12700">
            <a:solidFill>
              <a:srgbClr val="2E5F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5488940" y="2565400"/>
            <a:ext cx="86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50" b="1" smtClean="0">
                <a:solidFill>
                  <a:srgbClr val="2E5F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 </a:t>
            </a:r>
            <a:r>
              <a:rPr lang="en-US" altLang="zh-CN" sz="950" b="1" smtClean="0">
                <a:solidFill>
                  <a:srgbClr val="2E5F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950" b="1" smtClean="0">
                <a:solidFill>
                  <a:srgbClr val="2E5F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950" b="1">
              <a:solidFill>
                <a:srgbClr val="2E5F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5488940" y="2768600"/>
            <a:ext cx="86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含干扰的</a:t>
            </a:r>
          </a:p>
          <a:p>
            <a:pPr algn="ctr"/>
            <a:r>
              <a:rPr lang="zh-CN" altLang="en-US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测试语音</a:t>
            </a:r>
            <a:endParaRPr lang="zh-CN" altLang="en-US" sz="95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下箭头 52"/>
          <p:cNvSpPr/>
          <p:nvPr/>
        </p:nvSpPr>
        <p:spPr>
          <a:xfrm>
            <a:off x="4803140" y="3454400"/>
            <a:ext cx="152400" cy="177800"/>
          </a:xfrm>
          <a:prstGeom prst="downArrow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下箭头 53"/>
          <p:cNvSpPr/>
          <p:nvPr/>
        </p:nvSpPr>
        <p:spPr>
          <a:xfrm>
            <a:off x="5819140" y="3454400"/>
            <a:ext cx="152400" cy="177800"/>
          </a:xfrm>
          <a:prstGeom prst="downArrow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圆角矩形 54"/>
          <p:cNvSpPr/>
          <p:nvPr/>
        </p:nvSpPr>
        <p:spPr>
          <a:xfrm>
            <a:off x="4752340" y="3683000"/>
            <a:ext cx="1295400" cy="812800"/>
          </a:xfrm>
          <a:prstGeom prst="roundRect">
            <a:avLst>
              <a:gd name="adj" fmla="val 6000"/>
            </a:avLst>
          </a:prstGeom>
          <a:noFill/>
          <a:ln w="19050" cap="flat" cmpd="sng" algn="ctr">
            <a:solidFill>
              <a:srgbClr val="2E5FA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4828540" y="37846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50" b="1" smtClean="0">
                <a:solidFill>
                  <a:srgbClr val="2E5F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输出：</a:t>
            </a:r>
            <a:endParaRPr lang="zh-CN" altLang="en-US" sz="950" b="1">
              <a:solidFill>
                <a:srgbClr val="2E5F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4828540" y="39878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目标说话人语音</a:t>
            </a:r>
          </a:p>
          <a:p>
            <a:pPr algn="ctr"/>
            <a:r>
              <a:rPr lang="en-US" altLang="zh-CN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只保留目标说话人</a:t>
            </a:r>
            <a:r>
              <a:rPr lang="en-US" altLang="zh-CN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95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/>
        </p:nvCxnSpPr>
        <p:spPr>
          <a:xfrm>
            <a:off x="4498340" y="4724400"/>
            <a:ext cx="1828800" cy="0"/>
          </a:xfrm>
          <a:prstGeom prst="line">
            <a:avLst/>
          </a:prstGeom>
          <a:ln w="12700">
            <a:solidFill>
              <a:srgbClr val="2E5FA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圆角矩形 58"/>
          <p:cNvSpPr/>
          <p:nvPr/>
        </p:nvSpPr>
        <p:spPr>
          <a:xfrm>
            <a:off x="4498340" y="4902200"/>
            <a:ext cx="1803400" cy="736600"/>
          </a:xfrm>
          <a:prstGeom prst="roundRect">
            <a:avLst>
              <a:gd name="adj" fmla="val 6000"/>
            </a:avLst>
          </a:prstGeom>
          <a:solidFill>
            <a:srgbClr val="EAF1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/>
          <p:cNvSpPr/>
          <p:nvPr/>
        </p:nvSpPr>
        <p:spPr>
          <a:xfrm>
            <a:off x="4625340" y="5156200"/>
            <a:ext cx="228600" cy="228600"/>
          </a:xfrm>
          <a:prstGeom prst="ellipse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b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endParaRPr lang="zh-CN" altLang="en-US" sz="10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4930140" y="5003800"/>
            <a:ext cx="127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注册语音提供「提取谁」的条件信息</a:t>
            </a:r>
            <a:endParaRPr lang="zh-CN" altLang="en-US" sz="95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圆角矩形 61"/>
          <p:cNvSpPr/>
          <p:nvPr/>
        </p:nvSpPr>
        <p:spPr>
          <a:xfrm>
            <a:off x="6658610" y="1219200"/>
            <a:ext cx="1854200" cy="1066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E7B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椭圆 62"/>
          <p:cNvSpPr/>
          <p:nvPr/>
        </p:nvSpPr>
        <p:spPr>
          <a:xfrm>
            <a:off x="6760210" y="1333500"/>
            <a:ext cx="215900" cy="215900"/>
          </a:xfrm>
          <a:prstGeom prst="ellipse">
            <a:avLst/>
          </a:prstGeom>
          <a:solidFill>
            <a:srgbClr val="4E7B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950" b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9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7039610" y="1346200"/>
            <a:ext cx="1422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50" b="1" smtClean="0">
                <a:solidFill>
                  <a:srgbClr val="2F4F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零训练融合</a:t>
            </a:r>
            <a:endParaRPr lang="zh-CN" altLang="en-US" sz="1050" b="1">
              <a:solidFill>
                <a:srgbClr val="2F4F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6785610" y="16002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50"/>
              </a:spcAft>
            </a:pPr>
            <a:r>
              <a:rPr lang="zh-CN" altLang="en-US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注册嵌入注入降噪网络</a:t>
            </a:r>
          </a:p>
          <a:p>
            <a:pPr>
              <a:spcAft>
                <a:spcPts val="150"/>
              </a:spcAft>
            </a:pPr>
            <a:r>
              <a:rPr lang="en-US" altLang="zh-CN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(SpeakerFiLM)</a:t>
            </a:r>
          </a:p>
          <a:p>
            <a:pPr>
              <a:spcAft>
                <a:spcPts val="150"/>
              </a:spcAft>
            </a:pPr>
            <a:r>
              <a:rPr lang="zh-CN" altLang="en-US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结果：</a:t>
            </a:r>
            <a:r>
              <a:rPr lang="en-US" altLang="zh-CN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7.38 / 9.32</a:t>
            </a:r>
            <a:endParaRPr lang="zh-CN" altLang="en-US" sz="95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下箭头 65"/>
          <p:cNvSpPr/>
          <p:nvPr/>
        </p:nvSpPr>
        <p:spPr>
          <a:xfrm>
            <a:off x="7509510" y="2305050"/>
            <a:ext cx="152400" cy="101600"/>
          </a:xfrm>
          <a:prstGeom prst="downArrow">
            <a:avLst/>
          </a:prstGeom>
          <a:solidFill>
            <a:srgbClr val="4E7B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圆角矩形 66"/>
          <p:cNvSpPr/>
          <p:nvPr/>
        </p:nvSpPr>
        <p:spPr>
          <a:xfrm>
            <a:off x="6658610" y="2418080"/>
            <a:ext cx="1854200" cy="1066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E7B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椭圆 67"/>
          <p:cNvSpPr/>
          <p:nvPr/>
        </p:nvSpPr>
        <p:spPr>
          <a:xfrm>
            <a:off x="6760210" y="2532380"/>
            <a:ext cx="215900" cy="215900"/>
          </a:xfrm>
          <a:prstGeom prst="ellipse">
            <a:avLst/>
          </a:prstGeom>
          <a:solidFill>
            <a:srgbClr val="4E7B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950" b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9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7039610" y="2545080"/>
            <a:ext cx="1422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50" b="1" smtClean="0">
                <a:solidFill>
                  <a:srgbClr val="2F4F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加损失函数</a:t>
            </a:r>
            <a:endParaRPr lang="zh-CN" altLang="en-US" sz="1050" b="1">
              <a:solidFill>
                <a:srgbClr val="2F4F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6785610" y="279908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50"/>
              </a:spcAft>
            </a:pPr>
            <a:r>
              <a:rPr lang="zh-CN" altLang="en-US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说话人保持 </a:t>
            </a:r>
            <a:r>
              <a:rPr lang="en-US" altLang="zh-CN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非目标抑制损失</a:t>
            </a:r>
          </a:p>
          <a:p>
            <a:pPr>
              <a:spcAft>
                <a:spcPts val="150"/>
              </a:spcAft>
            </a:pPr>
            <a:r>
              <a:rPr lang="zh-CN" altLang="en-US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结果：</a:t>
            </a:r>
            <a:r>
              <a:rPr lang="en-US" altLang="zh-CN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7.29/9.20 → 6.52/8.17</a:t>
            </a:r>
            <a:endParaRPr lang="zh-CN" altLang="en-US" sz="95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下箭头 70"/>
          <p:cNvSpPr/>
          <p:nvPr/>
        </p:nvSpPr>
        <p:spPr>
          <a:xfrm>
            <a:off x="7509510" y="3503930"/>
            <a:ext cx="152400" cy="101600"/>
          </a:xfrm>
          <a:prstGeom prst="downArrow">
            <a:avLst/>
          </a:prstGeom>
          <a:solidFill>
            <a:srgbClr val="4E7B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圆角矩形 71"/>
          <p:cNvSpPr/>
          <p:nvPr/>
        </p:nvSpPr>
        <p:spPr>
          <a:xfrm>
            <a:off x="6658610" y="3616960"/>
            <a:ext cx="1854200" cy="1066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E7B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椭圆 72"/>
          <p:cNvSpPr/>
          <p:nvPr/>
        </p:nvSpPr>
        <p:spPr>
          <a:xfrm>
            <a:off x="6760210" y="3731260"/>
            <a:ext cx="215900" cy="215900"/>
          </a:xfrm>
          <a:prstGeom prst="ellipse">
            <a:avLst/>
          </a:prstGeom>
          <a:solidFill>
            <a:srgbClr val="4E7B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950" b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9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7039610" y="3743960"/>
            <a:ext cx="1422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50" b="1" smtClean="0">
                <a:solidFill>
                  <a:srgbClr val="2F4F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难例续训 </a:t>
            </a:r>
            <a:r>
              <a:rPr lang="en-US" altLang="zh-CN" sz="1050" b="1" smtClean="0">
                <a:solidFill>
                  <a:srgbClr val="2F4F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×3</a:t>
            </a:r>
            <a:endParaRPr lang="zh-CN" altLang="en-US" sz="1050" b="1">
              <a:solidFill>
                <a:srgbClr val="2F4F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6785610" y="399796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50"/>
              </a:spcAft>
            </a:pPr>
            <a:r>
              <a:rPr lang="zh-CN" altLang="en-US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基于失败样例复采样训练</a:t>
            </a:r>
          </a:p>
          <a:p>
            <a:pPr>
              <a:spcAft>
                <a:spcPts val="150"/>
              </a:spcAft>
            </a:pPr>
            <a:r>
              <a:rPr lang="zh-CN" altLang="en-US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结果：</a:t>
            </a:r>
            <a:r>
              <a:rPr lang="en-US" altLang="zh-CN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5.24 / 6.10</a:t>
            </a:r>
          </a:p>
          <a:p>
            <a:pPr>
              <a:spcAft>
                <a:spcPts val="150"/>
              </a:spcAft>
            </a:pPr>
            <a:r>
              <a:rPr lang="zh-CN" altLang="en-US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轮回归，及时止损</a:t>
            </a:r>
            <a:endParaRPr lang="zh-CN" altLang="en-US" sz="95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下箭头 75"/>
          <p:cNvSpPr/>
          <p:nvPr/>
        </p:nvSpPr>
        <p:spPr>
          <a:xfrm>
            <a:off x="7509510" y="4702810"/>
            <a:ext cx="152400" cy="101600"/>
          </a:xfrm>
          <a:prstGeom prst="downArrow">
            <a:avLst/>
          </a:prstGeom>
          <a:solidFill>
            <a:srgbClr val="4E7B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圆角矩形 76"/>
          <p:cNvSpPr/>
          <p:nvPr/>
        </p:nvSpPr>
        <p:spPr>
          <a:xfrm>
            <a:off x="6658610" y="4815840"/>
            <a:ext cx="1854200" cy="1066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E7B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椭圆 77"/>
          <p:cNvSpPr/>
          <p:nvPr/>
        </p:nvSpPr>
        <p:spPr>
          <a:xfrm>
            <a:off x="6760210" y="4930140"/>
            <a:ext cx="215900" cy="215900"/>
          </a:xfrm>
          <a:prstGeom prst="ellipse">
            <a:avLst/>
          </a:prstGeom>
          <a:solidFill>
            <a:srgbClr val="4E7B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950" b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9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7039610" y="4942840"/>
            <a:ext cx="1422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50" b="1" smtClean="0">
                <a:solidFill>
                  <a:srgbClr val="2F4F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随机时长增强</a:t>
            </a:r>
            <a:endParaRPr lang="zh-CN" altLang="en-US" sz="1050" b="1">
              <a:solidFill>
                <a:srgbClr val="2F4F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6785610" y="519684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50"/>
              </a:spcAft>
            </a:pPr>
            <a:r>
              <a:rPr lang="en-US" altLang="zh-CN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1s / 2s / 3s </a:t>
            </a:r>
            <a:r>
              <a:rPr lang="zh-CN" altLang="en-US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随机时长训练</a:t>
            </a:r>
          </a:p>
          <a:p>
            <a:pPr>
              <a:spcAft>
                <a:spcPts val="150"/>
              </a:spcAft>
            </a:pPr>
            <a:r>
              <a:rPr lang="zh-CN" altLang="en-US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得到最终交付前端</a:t>
            </a:r>
            <a:endParaRPr lang="zh-CN" altLang="en-US" sz="95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圆角矩形 80"/>
          <p:cNvSpPr/>
          <p:nvPr/>
        </p:nvSpPr>
        <p:spPr>
          <a:xfrm>
            <a:off x="8869680" y="1498600"/>
            <a:ext cx="1803400" cy="299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D269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8945880" y="16002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50" b="1" smtClean="0">
                <a:solidFill>
                  <a:srgbClr val="D269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最终交付前端</a:t>
            </a:r>
            <a:endParaRPr lang="zh-CN" altLang="en-US" sz="1050" b="1">
              <a:solidFill>
                <a:srgbClr val="D2691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8945880" y="18288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950" smtClean="0">
                <a:solidFill>
                  <a:srgbClr val="D269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(oracle </a:t>
            </a:r>
            <a:r>
              <a:rPr lang="zh-CN" altLang="en-US" sz="950" smtClean="0">
                <a:solidFill>
                  <a:srgbClr val="D269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口径</a:t>
            </a:r>
            <a:r>
              <a:rPr lang="en-US" altLang="zh-CN" sz="950" smtClean="0">
                <a:solidFill>
                  <a:srgbClr val="D269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950">
              <a:solidFill>
                <a:srgbClr val="D2691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8971280" y="2108200"/>
            <a:ext cx="1600200" cy="2184400"/>
          </a:xfrm>
          <a:prstGeom prst="rect">
            <a:avLst/>
          </a:prstGeom>
          <a:solidFill>
            <a:srgbClr val="FDF3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5" name="直接连接符 84"/>
          <p:cNvCxnSpPr/>
          <p:nvPr/>
        </p:nvCxnSpPr>
        <p:spPr>
          <a:xfrm>
            <a:off x="8971280" y="3200400"/>
            <a:ext cx="1600200" cy="0"/>
          </a:xfrm>
          <a:prstGeom prst="line">
            <a:avLst/>
          </a:prstGeom>
          <a:ln w="12700">
            <a:solidFill>
              <a:srgbClr val="D269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>
            <a:off x="9504680" y="2108200"/>
            <a:ext cx="0" cy="2184400"/>
          </a:xfrm>
          <a:prstGeom prst="line">
            <a:avLst/>
          </a:prstGeom>
          <a:ln w="12700">
            <a:solidFill>
              <a:srgbClr val="D269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/>
          <p:cNvSpPr txBox="1"/>
          <p:nvPr/>
        </p:nvSpPr>
        <p:spPr>
          <a:xfrm>
            <a:off x="8996680" y="2540000"/>
            <a:ext cx="482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050" b="1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dB</a:t>
            </a:r>
            <a:endParaRPr lang="zh-CN" altLang="en-US" sz="1050" b="1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9530080" y="238760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00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8.39% → 4.89%</a:t>
            </a:r>
            <a:endParaRPr lang="zh-CN" altLang="en-US" sz="10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9530080" y="261620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9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(-41.7%)</a:t>
            </a:r>
            <a:endParaRPr lang="zh-CN" altLang="en-US" sz="9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8996680" y="3632200"/>
            <a:ext cx="482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050" b="1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-5 dB</a:t>
            </a:r>
            <a:endParaRPr lang="zh-CN" altLang="en-US" sz="1050" b="1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9530080" y="347980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00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11.06% → 5.56%</a:t>
            </a:r>
            <a:endParaRPr lang="zh-CN" altLang="en-US" sz="10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9530080" y="370840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9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(-49.7%)</a:t>
            </a:r>
            <a:endParaRPr lang="zh-CN" altLang="en-US" sz="9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3" name="直接连接符 92"/>
          <p:cNvCxnSpPr/>
          <p:nvPr/>
        </p:nvCxnSpPr>
        <p:spPr>
          <a:xfrm>
            <a:off x="8869680" y="4775200"/>
            <a:ext cx="1828800" cy="0"/>
          </a:xfrm>
          <a:prstGeom prst="line">
            <a:avLst/>
          </a:prstGeom>
          <a:ln w="12700">
            <a:solidFill>
              <a:srgbClr val="D2691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椭圆 93"/>
          <p:cNvSpPr/>
          <p:nvPr/>
        </p:nvSpPr>
        <p:spPr>
          <a:xfrm>
            <a:off x="8945880" y="5029200"/>
            <a:ext cx="558800" cy="558800"/>
          </a:xfrm>
          <a:prstGeom prst="ellipse">
            <a:avLst/>
          </a:prstGeom>
          <a:noFill/>
          <a:ln w="34925" cap="flat" cmpd="sng" algn="ctr">
            <a:solidFill>
              <a:srgbClr val="D2691E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椭圆 94"/>
          <p:cNvSpPr/>
          <p:nvPr/>
        </p:nvSpPr>
        <p:spPr>
          <a:xfrm>
            <a:off x="9047480" y="5130800"/>
            <a:ext cx="355600" cy="355600"/>
          </a:xfrm>
          <a:prstGeom prst="ellipse">
            <a:avLst/>
          </a:prstGeom>
          <a:noFill/>
          <a:ln w="28575" cap="flat" cmpd="sng" algn="ctr">
            <a:solidFill>
              <a:srgbClr val="D2691E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椭圆 95"/>
          <p:cNvSpPr/>
          <p:nvPr/>
        </p:nvSpPr>
        <p:spPr>
          <a:xfrm>
            <a:off x="9136380" y="5219700"/>
            <a:ext cx="177800" cy="177800"/>
          </a:xfrm>
          <a:prstGeom prst="ellipse">
            <a:avLst/>
          </a:prstGeom>
          <a:solidFill>
            <a:srgbClr val="D269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文本框 96"/>
          <p:cNvSpPr txBox="1"/>
          <p:nvPr/>
        </p:nvSpPr>
        <p:spPr>
          <a:xfrm>
            <a:off x="9580880" y="5080000"/>
            <a:ext cx="111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5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显著超过验收要求的</a:t>
            </a:r>
            <a:endParaRPr lang="zh-CN" altLang="en-US" sz="95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9580880" y="53594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50" b="1" u="sng" smtClean="0">
                <a:solidFill>
                  <a:srgbClr val="D269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30%</a:t>
            </a:r>
            <a:r>
              <a:rPr lang="en-US" altLang="zh-CN" sz="1250" b="1" smtClean="0">
                <a:solidFill>
                  <a:srgbClr val="D269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50" b="1" smtClean="0">
                <a:solidFill>
                  <a:srgbClr val="D269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相对降幅线</a:t>
            </a:r>
            <a:endParaRPr lang="zh-CN" altLang="en-US" sz="1250" b="1">
              <a:solidFill>
                <a:srgbClr val="D2691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1481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</Words>
  <Application>Microsoft Office PowerPoint</Application>
  <PresentationFormat>自定义</PresentationFormat>
  <Paragraphs>68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user</cp:lastModifiedBy>
  <cp:revision>1</cp:revision>
  <dcterms:created xsi:type="dcterms:W3CDTF">2026-09-05T10:20:44Z</dcterms:created>
  <dcterms:modified xsi:type="dcterms:W3CDTF">2026-09-05T10:20:44Z</dcterms:modified>
</cp:coreProperties>
</file>
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41" autoAdjust="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65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90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394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09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52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10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38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27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17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35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9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DF17-E63F-49B3-8311-2A3D5F283193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618FD-1AC2-4F22-A92A-5D47B2F400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93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50798" y="1100830"/>
            <a:ext cx="2050743" cy="55485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707806" y="1100830"/>
            <a:ext cx="2050743" cy="55485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098740" y="1100830"/>
            <a:ext cx="2050743" cy="55485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7310759" y="1100830"/>
            <a:ext cx="2050743" cy="5548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9522778" y="1100830"/>
            <a:ext cx="2050743" cy="55485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677" y="3966473"/>
            <a:ext cx="4767070" cy="2682902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2273114" y="3404586"/>
            <a:ext cx="362628" cy="47051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50797" y="1217163"/>
            <a:ext cx="2050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两条自然路线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707806" y="1217163"/>
            <a:ext cx="2050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关键机理发现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98739" y="1226963"/>
            <a:ext cx="2050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任务重新定义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68590" y="1226963"/>
            <a:ext cx="213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四级加码的迭代优化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522776" y="1205142"/>
            <a:ext cx="2050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结果交付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306156" y="4197292"/>
            <a:ext cx="1740023" cy="207034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306155" y="1745209"/>
            <a:ext cx="1740023" cy="207034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0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00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32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</Words>
  <Application>Microsoft Office PowerPoint</Application>
  <PresentationFormat>宽屏</PresentationFormat>
  <Paragraphs>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3</cp:revision>
  <dcterms:created xsi:type="dcterms:W3CDTF">2026-09-04T07:50:02Z</dcterms:created>
  <dcterms:modified xsi:type="dcterms:W3CDTF">2026-09-04T08:08:28Z</dcterms:modified>
</cp:coreProperties>
</file>